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3C5FD"/>
                </a:solidFill>
                <a:latin typeface="Arial"/>
              </a:rPr>
              <a:t>IE104.F31.CN1.CNTT – INTERNET VÀ CÔNG NGHỆ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UITfit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Website quản lý lịch tập và theo dõi sức khỏe cá nhân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Arial"/>
              </a:rPr>
              <a:t>Nhóm 28 · MSSV 25210260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Arial"/>
              </a:rPr>
              <a:t>GVHD: Mai Xuân Hùng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Arial"/>
              </a:rPr>
              <a:t>Angular + Laravel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ĐẶT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Bài toán &amp; mục tiêu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82296" cy="44805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D46"/>
                </a:solidFill>
                <a:latin typeface="Arial"/>
              </a:rPr>
              <a:t>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Ghi lịch tập bằng giấy / ghi chú điện thoại, khó tổng hợp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Không biết hôm trước tập bao nhiêu kg, bao nhiêu reps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Không theo dõi cân nặng, BMI, % mỡ theo thời gian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Nghỉ giữa set theo cảm tính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82296" cy="4480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D46"/>
                </a:solidFill>
                <a:latin typeface="Arial"/>
              </a:rPr>
              <a:t>Mục tiêu UITfit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Lên kế hoạch tập: bài, sets, reps, kg, thời gian nghỉ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Ghi nhận từng set thực tế: reps, kg, RPE, ghi chú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Đồng hồ nghỉ giữa set tự động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Theo dõi chỉ số cơ thể và tiến trình bằng biểu đồ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Admin quản lý bài tập và người dùng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Chức năng chính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82296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Xác thực &amp; phân quyền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Đăng ký, đăng nhập, ghi nhớ đăng nhập; User / Admin; Sanctum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1600200"/>
            <a:ext cx="82296" cy="21031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783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Hồ sơ &amp; sức khỏe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28600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Hồ sơ, ảnh đại diện; chỉ số cơ thể; BMI; tiến trình 7 ngày → 1 năm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60020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8" y="1600200"/>
            <a:ext cx="8229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78308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Thư viện bài tập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28600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23 bài, 7 nhóm cơ; tìm kiếm, lọc; hướng dẫn từng bước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82296" cy="21031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Lịch tập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Tạo / sửa / xóa; sắp xếp bài; target sets / reps / kg / 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19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19" y="3931920"/>
            <a:ext cx="82296" cy="21031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41148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Buổi tập &amp; Rest Timer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46177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Ghi từng set; thêm / xóa set; timer nghỉ; hoàn thành / hủy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8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58" y="3931920"/>
            <a:ext cx="82296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8" y="4114800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Thống kê &amp;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4617720"/>
            <a:ext cx="3063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Dashboard, lịch sử; admin KPI, CRUD bài tập, khóa user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PHÂN TÍCH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Actor &amp;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Khách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Xem Landing Page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Xem bài tập mẫu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Đăng ký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Đăng nhập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19" y="160020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60020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Người dùng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242316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Dashboard, hồ sơ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Cập nhật chỉ số, xem tiến trình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Xem thư viện &amp; chi tiết bài tập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CRUD lịch tập của mình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Bắt đầu buổi tập, ghi từng set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Rest timer, hoàn thành buổi tập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Xem lịch sử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1600200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0F2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8" y="1600200"/>
            <a:ext cx="3520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Quản trị viên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8" y="242316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38" y="2606040"/>
            <a:ext cx="3200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Admin Dashboard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Thêm / sửa / xóa bài tập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Xem danh sách người dùng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Khóa / mở khóa tài khoản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CLIENT –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Kiến trúc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5</a:t>
            </a:r>
          </a:p>
        </p:txBody>
      </p:sp>
      <p:pic>
        <p:nvPicPr>
          <p:cNvPr id="7" name="Picture 6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244046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Angular: </a:t>
            </a:r>
            <a:r>
              <a:rPr sz="1600">
                <a:solidFill>
                  <a:srgbClr val="1F2937"/>
                </a:solidFill>
                <a:latin typeface="Arial"/>
              </a:rPr>
              <a:t>UI, routing, form, chart, timer, gọi API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Laravel: </a:t>
            </a:r>
            <a:r>
              <a:rPr sz="1600">
                <a:solidFill>
                  <a:srgbClr val="1F2937"/>
                </a:solidFill>
                <a:latin typeface="Arial"/>
              </a:rPr>
              <a:t>xác thực, phân quyền, validation, nghiệp vụ, lưu trữ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MySQL: </a:t>
            </a:r>
            <a:r>
              <a:rPr sz="1600">
                <a:solidFill>
                  <a:srgbClr val="1F2937"/>
                </a:solidFill>
                <a:latin typeface="Arial"/>
              </a:rPr>
              <a:t>8 bảng nghiệp vụ, khóa ngoại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RESTful JSON </a:t>
            </a:r>
            <a:r>
              <a:rPr sz="1600">
                <a:solidFill>
                  <a:srgbClr val="1F2937"/>
                </a:solidFill>
                <a:latin typeface="Arial"/>
              </a:rPr>
              <a:t>{ success, message, data }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Sanctum: </a:t>
            </a:r>
            <a:r>
              <a:rPr sz="1600">
                <a:solidFill>
                  <a:srgbClr val="1F2937"/>
                </a:solidFill>
                <a:latin typeface="Arial"/>
              </a:rPr>
              <a:t>Bearer token, auth:sanctum + AdminMiddleware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563EB"/>
                </a:solidFill>
                <a:latin typeface="Arial"/>
              </a:rPr>
              <a:t>●  </a:t>
            </a:r>
            <a:r>
              <a:rPr b="1" sz="1600">
                <a:solidFill>
                  <a:srgbClr val="1F2937"/>
                </a:solidFill>
                <a:latin typeface="Arial"/>
              </a:rPr>
              <a:t>Ownership: </a:t>
            </a:r>
            <a:r>
              <a:rPr sz="1600">
                <a:solidFill>
                  <a:srgbClr val="1F2937"/>
                </a:solidFill>
                <a:latin typeface="Arial"/>
              </a:rPr>
              <a:t>sai chủ sở hữu → 403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Thiết kế cơ sở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6</a:t>
            </a:r>
          </a:p>
        </p:txBody>
      </p:sp>
      <p:pic>
        <p:nvPicPr>
          <p:cNvPr id="7" name="Picture 6" descr="diagram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1417320"/>
            <a:ext cx="95097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Giao diện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7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566160" cy="2228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Landing Page</a:t>
            </a:r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9" y="1371600"/>
            <a:ext cx="3566160" cy="2228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19" y="36118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Dashboard</a:t>
            </a:r>
          </a:p>
        </p:txBody>
      </p:sp>
      <p:pic>
        <p:nvPicPr>
          <p:cNvPr id="11" name="Picture 10" descr="exerci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58" y="1371600"/>
            <a:ext cx="3566160" cy="22288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58" y="361188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Thư viện bài tập</a:t>
            </a:r>
          </a:p>
        </p:txBody>
      </p:sp>
      <p:pic>
        <p:nvPicPr>
          <p:cNvPr id="13" name="Picture 12" descr="prog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31920"/>
            <a:ext cx="3566160" cy="22288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1722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Tiến trình sức khỏe</a:t>
            </a:r>
          </a:p>
        </p:txBody>
      </p:sp>
      <p:pic>
        <p:nvPicPr>
          <p:cNvPr id="15" name="Picture 14" descr="workou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19" y="3931920"/>
            <a:ext cx="3566160" cy="22288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89119" y="61722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Lịch tập</a:t>
            </a:r>
          </a:p>
        </p:txBody>
      </p:sp>
      <p:pic>
        <p:nvPicPr>
          <p:cNvPr id="17" name="Picture 16" descr="admin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8" y="3931920"/>
            <a:ext cx="3566160" cy="2228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58" y="61722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B7280"/>
                </a:solidFill>
                <a:latin typeface="Arial"/>
              </a:rPr>
              <a:t>Admin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CHỨC NĂNG TRỌNG TÂM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Điểm nổi bật: Workout Session + Rest Timer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8</a:t>
            </a:r>
          </a:p>
        </p:txBody>
      </p:sp>
      <p:pic>
        <p:nvPicPr>
          <p:cNvPr id="7" name="Picture 6" descr="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94944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55448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Ghi reps, kg, RPE (1–10), note cho từng set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Thêm set, xóa set chưa hoàn thành, bỏ tick để sửa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b="1" sz="1500">
                <a:solidFill>
                  <a:srgbClr val="1F2937"/>
                </a:solidFill>
                <a:latin typeface="Arial"/>
              </a:rPr>
              <a:t>Luồng: </a:t>
            </a:r>
            <a:r>
              <a:rPr sz="1500">
                <a:solidFill>
                  <a:srgbClr val="1F2937"/>
                </a:solidFill>
                <a:latin typeface="Arial"/>
              </a:rPr>
              <a:t>Tick ✓ → PUT /workout-sets/{id} → thành công → Start Rest Timer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b="1" sz="1500">
                <a:solidFill>
                  <a:srgbClr val="1F2937"/>
                </a:solidFill>
                <a:latin typeface="Arial"/>
              </a:rPr>
              <a:t>Timer: </a:t>
            </a:r>
            <a:r>
              <a:rPr sz="1500">
                <a:solidFill>
                  <a:srgbClr val="1F2937"/>
                </a:solidFill>
                <a:latin typeface="Arial"/>
              </a:rPr>
              <a:t>idle · running · paused · finished; Bắt đầu, Tạm dừng, Tiếp tục, Bỏ qua, +30s, Reset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Hết giờ: âm thanh nhẹ, rung, thông báo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b="1" sz="1500">
                <a:solidFill>
                  <a:srgbClr val="1F2937"/>
                </a:solidFill>
                <a:latin typeface="Arial"/>
              </a:rPr>
              <a:t>Không gọi backend mỗi giây</a:t>
            </a:r>
            <a:r>
              <a:rPr sz="1500">
                <a:solidFill>
                  <a:srgbClr val="1F2937"/>
                </a:solidFill>
                <a:latin typeface="Arial"/>
              </a:rPr>
              <a:t> – timer tính theo mốc thời gian tại client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API &amp; giao tiếp Angular – Laravel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82296" cy="4572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D46"/>
                </a:solidFill>
                <a:latin typeface="Arial"/>
              </a:rPr>
              <a:t>REST endpoints (39 routes)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50292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POST /register · /login · /logout · GET /me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GET|PUT /profile · PUT /profile/password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GET|POST /health-records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GET /exercises?search=&amp;muscle_group=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CRUD /workout-plans · POST /{id}/start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GET /workout-sessions/{id} · POST /sets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PUT|DELETE /workout-sets/{id} · POST /complete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GET /dashboard · /statistics/health · /workout-history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/admin/dashboard · /admin/exercises · /admin/users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54480"/>
            <a:ext cx="82296" cy="4572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D46"/>
                </a:solidFill>
                <a:latin typeface="Arial"/>
              </a:rPr>
              <a:t>Angular phía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40280"/>
            <a:ext cx="466344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Service cho từng nhóm API (HttpClient + RxJS)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AuthInterceptor: gắn Bearer token, xử lý 400/401/403/404/422/500 → toast tiếng Việt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authGuard / adminGuard / guestGuard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Reactive Forms + lỗi validate từ Laravel gắn vào từng field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Arial"/>
              </a:rPr>
              <a:t>BMI preview ở client – server tính lại khi lưu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LUỒNG DEMO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1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Landing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459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6459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Đăng ký / Đăng nhập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459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6459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3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459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6459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4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Hồ sơ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6459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6459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5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Cập nhật chỉ số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175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6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Tiến trình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0175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7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Thư viện bài tập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0175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8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Tạo Push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0175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9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Bắt đầu tập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30175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30175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Ghi từng set + Timer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891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11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Hoàn thành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43891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3891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12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Lịch sử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43891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43891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13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Admin: CRUD bài tập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438912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4389120"/>
            <a:ext cx="20116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14</a:t>
            </a:r>
          </a:p>
          <a:p>
            <a:pPr algn="ctr">
              <a:spcAft>
                <a:spcPts val="600"/>
              </a:spcAft>
            </a:pPr>
            <a:r>
              <a:rPr sz="1400" b="1">
                <a:solidFill>
                  <a:srgbClr val="0F2D46"/>
                </a:solidFill>
                <a:latin typeface="Arial"/>
              </a:rPr>
              <a:t>Khóa / mở khóa 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280"/>
                </a:solidFill>
                <a:latin typeface="Arial"/>
              </a:rPr>
              <a:t>Tài khoản demo: user@uitfit.com / admin@uitfit.com – mật khẩu 123456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KẾT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Kết quả đạt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màn hình theo đặc tả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19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737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REST API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16002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8" y="17373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8" y="24231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bảng nghiệp vụ 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bài tập seed sẵn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19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33375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24/24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39" y="4023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kịch bản E2E đạt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8" y="32004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8" y="333756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563EB"/>
                </a:solidFill>
                <a:latin typeface="Arial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4023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Arial"/>
              </a:rPr>
              <a:t>case kiểm thử API đạt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Đáp ứng đầy đủ acceptance criteria: auth, guard, profile, health, BMI, chart, exercise, workout CRUD, session, timer, history, dashboard, admin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563EB"/>
                </a:solidFill>
                <a:latin typeface="Arial"/>
              </a:rPr>
              <a:t>●  </a:t>
            </a:r>
            <a:r>
              <a:rPr sz="1500">
                <a:solidFill>
                  <a:srgbClr val="1F2937"/>
                </a:solidFill>
                <a:latin typeface="Arial"/>
              </a:rPr>
              <a:t>Có dữ liệu mẫu, Data/uitfit.sql, Postman collection, báo cáo và hướng dẫn cài đặt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Arial"/>
              </a:rPr>
              <a:t>TỔNG KẾT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2D46"/>
                </a:solidFill>
                <a:latin typeface="Arial"/>
              </a:rPr>
              <a:t>Kết luận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UITfit ·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82296" cy="4480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D46"/>
                </a:solidFill>
                <a:latin typeface="Arial"/>
              </a:rPr>
              <a:t>Kết luận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Hoàn thành website UITfit đúng stack Angular + Laravel + MySQL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Kiến trúc tách biệt, RESTful, bảo mật bằng Sanctum + ownership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Chức năng nổi bật: ghi từng set + Rest Timer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Giao diện tiếng Việt, hiện đại, responsive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82296" cy="4480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D46"/>
                </a:solidFill>
                <a:latin typeface="Arial"/>
              </a:rPr>
              <a:t>Hướng phát triển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4846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PWA / mobile app dùng tại phòng tập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Biểu đồ tiến bộ theo bài tập (1RM, volume)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Mẫu lịch tập, lặp lịch theo tuần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Nhắc lịch qua email / push notification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  <a:latin typeface="Arial"/>
              </a:rPr>
              <a:t>• Quên mật khẩu, xác thực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0F2D46"/>
                </a:solidFill>
                <a:latin typeface="Arial"/>
              </a:rPr>
              <a:t>Cảm ơn thầy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